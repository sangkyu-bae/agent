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상상인플러스저축은행 BIS 비율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12월</c:v>
                </c:pt>
                <c:pt idx="1">
                  <c:v>2026년 1분기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</c:v>
                </c:pt>
                <c:pt idx="1">
                  <c:v>9.66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BIS 비율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12월</c:v>
                </c:pt>
                <c:pt idx="1">
                  <c:v>2026년 1분기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</c:v>
                </c:pt>
                <c:pt idx="1">
                  <c:v>9.66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BIS 비율</c:v>
                </c:pt>
              </c:strCache>
            </c:strRef>
          </c:tx>
          <c:spPr>
            <a:solidFill>
              <a:srgbClr val="E07A1F"/>
            </a:solidFill>
            <a:ln>
              <a:solidFill>
                <a:srgbClr val="E07A1F"/>
              </a:solidFill>
            </a:ln>
          </c:spPr>
          <c:cat>
            <c:strRef>
              <c:f>Sheet1!$A$2:$A$3</c:f>
              <c:strCache>
                <c:ptCount val="2"/>
                <c:pt idx="0">
                  <c:v>2025년 12월</c:v>
                </c:pt>
                <c:pt idx="1">
                  <c:v>2026년 1분기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</c:v>
                </c:pt>
                <c:pt idx="1">
                  <c:v>9.66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 Bold"/>
                <a:ea typeface="Malgun Gothic Bold"/>
                <a:cs typeface="Malgun Gothic Bold"/>
              </a:rPr>
              <a:t>상상인플러스저축은행 BIS 비율 보고서.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34290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 Regular"/>
                <a:ea typeface="Malgun Gothic Regular"/>
                <a:cs typeface="Malgun Gothic Regular"/>
              </a:rPr>
              <a:t>발표자: [발표자 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2000" y="1524000"/>
            <a:ext cx="10668000" cy="101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2000" y="1524000"/>
            <a:ext cx="101599" cy="101600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상상인플러스저축은행 요약 및 분석 개요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71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상상인플러스저축은행의 BIS 비율은 9.66%로 위험 요소가 존재합니다.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00300"/>
            <a:ext cx="10972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BIS 비율 9.66%로 권고수준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2025년 6월 경영개선요구 조치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지분 매각 통해 재무안정성 제고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3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BIS 비율 정의 및 중요성 설명.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371600"/>
          <a:ext cx="6705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48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BIS 비율은 은행의 자기자본비율을 나타내며, 자본 건전성을 평가하는 지표이다.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상상인플러스저축은행의 BIS 비율은 2026년 1분기 기준 9.66%로, 2025년 말 대비 상승했으나 권고 수준인 11%에는 못 미친다.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자본비율이 낮아 경영개선 요구를 받은 바 있으며, 재무안정성을 위한 계획이 진행 중이다.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4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2026년 BIS 비율 분석.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371600"/>
          <a:ext cx="6705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48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핵심 관찰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2026년 1분기 BIS 비율 9.66% 기록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2025년 12월 말에 비해 1.47%p 상승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여전히 권고수준인 11%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5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BIS 비율 변화 추이 분석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716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연도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BIS 비율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변화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2025년 12월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8.19%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-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2026년 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9.66%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+1.47%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BIS 비율 상승, 권고 수준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6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리스크 요인 분석: 경영개선 요구와 리스크 요인 설명.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371600"/>
          <a:ext cx="6705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48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핵심 관찰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상상인플러스저축은행의 BIS 비율은 2026년 1분기 기준 9.66%로, 전년 대비 상승했으나 권고 수준인 11%를 하회함.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2025년 6월 경영개선 요구를 받은 바 있으며, 자본적정성 미흡으로 인한 리스크 존재.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• 최근 분기순이익 실현으로 자본비율이 소폭 개선되었으나, 여전히 금융 안정성 확보가 필요함.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7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자본적정성 및 재무안정성 계획 설명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716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구분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2026년 1분기말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2025년 1분기말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증감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BIS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9.66%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8.64%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1.02%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유동성비율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221.60%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218.34%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3.26%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예대율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82.87%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90.55%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△7.68%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총자산이익율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△2.04%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3.09%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자기자본이익율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13.25%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△21.74%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Malgun Gothic Regular"/>
                          <a:ea typeface="Malgun Gothic Regular"/>
                          <a:cs typeface="Malgun Gothic Regular"/>
                        </a:rPr>
                        <a:t>34.99%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 Regular"/>
                <a:ea typeface="Malgun Gothic Regular"/>
                <a:cs typeface="Malgun Gothic Regular"/>
              </a:rPr>
              <a:t>BIS 비율은 자본 건전성의 주요 지표입니다.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2000" y="3048000"/>
            <a:ext cx="10668000" cy="1143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2000" y="1651000"/>
            <a:ext cx="10668000" cy="1143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2000" y="4445000"/>
            <a:ext cx="10668000" cy="114299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62000" y="3048000"/>
            <a:ext cx="101599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62000" y="1651000"/>
            <a:ext cx="101599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62000" y="4445000"/>
            <a:ext cx="101599" cy="114299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79400"/>
            <a:ext cx="1524000" cy="5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algun Gothic Bold"/>
                <a:ea typeface="Malgun Gothic Bold"/>
                <a:cs typeface="Malgun Gothic Bold"/>
              </a:rPr>
              <a:t>결론 및 향후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5819" y="6476555"/>
            <a:ext cx="121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9 /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476555"/>
            <a:ext cx="609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 Regular"/>
                <a:ea typeface="Malgun Gothic Regular"/>
                <a:cs typeface="Malgun Gothic Regular"/>
              </a:rPr>
              <a:t>여신심사부 · 대외비 · 2026년 3분기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